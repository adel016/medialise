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6A4311-E4A6-346B-D45A-2AC869479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B174109-E9E9-DA27-416F-B0CBCB6EE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CA1E17-32B2-2F64-C7DB-BF37BE224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06-DE7E-4DBD-A01A-E63D01FB21AE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89FA69-D657-BFCA-8394-6D237368A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AB3534-7AC4-3E01-EC3B-4B7B246B5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C6F5-102E-4E25-9FC1-AAEA3FF904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6560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7CB082-DD4A-4B41-500D-3F946CFBD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E3D394-DD08-E7DE-BD69-E82C0895A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9B1C9A-DE7D-6BF0-DDF5-22313E3C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06-DE7E-4DBD-A01A-E63D01FB21AE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5888A3-C1FE-30DC-60BD-382E900C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43E1A2-4544-5B2A-8F9B-752411263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C6F5-102E-4E25-9FC1-AAEA3FF904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2952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94CACA-5A2B-69AD-FFA3-9BDE3878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EE25595-2CAF-75C4-F951-89C24D11F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974EEF-F9D1-7C9D-324F-0990FB6AE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06-DE7E-4DBD-A01A-E63D01FB21AE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D7CC4A-D468-20F5-4616-83AEE5828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398395-A259-974B-9139-B5D5DB0E2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C6F5-102E-4E25-9FC1-AAEA3FF904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9382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09514D-35D1-4C06-1793-5743754D9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BDE853-ACE8-0D9F-F893-0FB653280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AABA089-FABA-B38D-7C51-179C0D705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21D7AE1-F598-DFA4-C35E-431DEA247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06-DE7E-4DBD-A01A-E63D01FB21AE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334B86-23A3-7932-5F3C-44004A97E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CCA0961-9A0C-3420-50B8-7FF34638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C6F5-102E-4E25-9FC1-AAEA3FF904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1040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E0B04F-8A33-808B-70B5-665D64913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1B3E1E-B709-B6C1-FE88-B06D0FF78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11AFB83-B830-7ABD-B3C7-BD4EEDD23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95C4070-30C6-A032-2B96-D13C597717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8DADAD2-9E13-C810-E064-61E3E6E7E6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7EBA069-BCBE-6687-4092-497D9FF1E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06-DE7E-4DBD-A01A-E63D01FB21AE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DE435A6-C227-F2DD-A98F-45FFD7502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935B49E-5066-D91E-0855-8B5410EE0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C6F5-102E-4E25-9FC1-AAEA3FF904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8388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02A2AD-BEAC-A715-6301-78FEF06A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985EF7D-7FEA-67F7-B98D-33B5E42A0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06-DE7E-4DBD-A01A-E63D01FB21AE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DE7F0D9-126F-5EDC-AF7F-FDC2B0581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350F867-6DAB-A583-D387-286921395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C6F5-102E-4E25-9FC1-AAEA3FF904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8679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7F3CF29-5F4B-4C21-2694-5FCFBBD34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06-DE7E-4DBD-A01A-E63D01FB21AE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F4AEAEE-8163-162B-4393-F5EA04B07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C66275-D222-A045-9D83-BDD553FE5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C6F5-102E-4E25-9FC1-AAEA3FF904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3209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2BD868-C3C6-E9E0-5A63-AA1DCB6A0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A6D6E9-FD5A-8AA0-3A20-BF2B64DCF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3C67C5A-7670-2BEB-E458-AC917765C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4DA7D11-7BB5-7630-3E29-39A45EBBD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06-DE7E-4DBD-A01A-E63D01FB21AE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F2F10E-1653-933E-6FBE-1C631F808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C15B280-D3B8-080B-D7F7-E4DAC4535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C6F5-102E-4E25-9FC1-AAEA3FF904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7387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D4B4E-1C1E-AC9B-0A4A-A6ED41B6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DE0CDC8-3383-F4DB-7BEE-0E646CE82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2247EF2-E7C6-B7AE-15EB-3F303A477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DA06ADF-FEE0-265E-4C55-85A8EDC4F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06-DE7E-4DBD-A01A-E63D01FB21AE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D653DE-FD66-392E-4974-4EA2224A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286EB27-5A9D-8BA8-9E9D-D724912E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C6F5-102E-4E25-9FC1-AAEA3FF904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5385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12A824-CEAE-FAA0-9CD5-0FBDB0FF7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3137BEB-4C82-DCE7-FB56-D5E2E8CCE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F29054-AE36-03AB-5C10-9AD0C77BF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06-DE7E-4DBD-A01A-E63D01FB21AE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DC3CDB-C00A-1464-6FE0-D6B85D811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B63C29-D5D9-6283-CD91-724F034BD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C6F5-102E-4E25-9FC1-AAEA3FF904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905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19E6A0F-DC5C-B83B-CE4A-2271455987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F76812-1AA4-622B-0443-129F2DB80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879E8E-0011-5279-5A73-2ADE5CEBE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06-DE7E-4DBD-A01A-E63D01FB21AE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3C46D3-558A-CDD5-A4F9-852D48A4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1DD350-EC04-95C0-84C2-91ADBA78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C6F5-102E-4E25-9FC1-AAEA3FF904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410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E6932BD-9FF2-3524-D642-CB8A6384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68A1B6-18C4-86B0-2FAB-189AC2D9B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E1289E-6CF1-4A99-BD80-CAF7D9BECE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C6BD06-DE7E-4DBD-A01A-E63D01FB21AE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4158F0-EFB7-5CA5-9380-C929DDB2B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C42556-A74B-8CD4-50C1-77EB033F5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3C6F5-102E-4E25-9FC1-AAEA3FF904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443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B5A521-2582-3334-C4E1-A126966DD1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C0E5780-9417-7BBA-E901-021BD5458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46119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Achouche Adel</dc:creator>
  <cp:lastModifiedBy>Achouche Adel</cp:lastModifiedBy>
  <cp:revision>1</cp:revision>
  <dcterms:created xsi:type="dcterms:W3CDTF">2026-01-28T20:38:16Z</dcterms:created>
  <dcterms:modified xsi:type="dcterms:W3CDTF">2026-01-28T20:39:13Z</dcterms:modified>
</cp:coreProperties>
</file>